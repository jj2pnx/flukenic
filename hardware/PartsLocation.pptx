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</p:sldIdLst>
  <p:sldSz cx="9144000" cy="6858000" type="screen4x3"/>
  <p:notesSz cx="6858000" cy="994568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700"/>
    <a:srgbClr val="FF742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22" autoAdjust="0"/>
    <p:restoredTop sz="94660"/>
  </p:normalViewPr>
  <p:slideViewPr>
    <p:cSldViewPr>
      <p:cViewPr>
        <p:scale>
          <a:sx n="400" d="100"/>
          <a:sy n="400" d="100"/>
        </p:scale>
        <p:origin x="10971" y="48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62E1E-7B02-432C-9596-4CE9C5B79D63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9CA5C7-2662-432F-BBA7-D37464DBD84C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C88A0-508B-4943-ABE4-C70E625D72DD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A062DE-2A12-4D9B-8B1E-E053A60BEC73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02C64F-46E3-4605-9F32-8E4E60F6BC46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BE4783-D11E-4D04-93DD-F52CBF77CAC7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EE0EF-6E22-4DC2-88C0-A1C53D9ADFC2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CECB2D-827F-4AAA-85CE-EDE948CD1E7F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73FFC-F6DF-4431-8BCF-69D9F1D7717B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6B097C-706F-43B2-90A2-6E3664764701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D03366-23D8-4A2C-8CD0-229569972944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4109229-DE83-4AA3-93C9-7B2D148FA0D2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3" name="Group 6"/>
          <p:cNvGrpSpPr>
            <a:grpSpLocks/>
          </p:cNvGrpSpPr>
          <p:nvPr/>
        </p:nvGrpSpPr>
        <p:grpSpPr bwMode="auto">
          <a:xfrm>
            <a:off x="250825" y="1052513"/>
            <a:ext cx="8642350" cy="4537075"/>
            <a:chOff x="158" y="663"/>
            <a:chExt cx="5444" cy="2858"/>
          </a:xfrm>
        </p:grpSpPr>
        <p:pic>
          <p:nvPicPr>
            <p:cNvPr id="13339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04" y="799"/>
              <a:ext cx="5307" cy="25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40" name="Rectangle 5"/>
            <p:cNvSpPr>
              <a:spLocks noChangeArrowheads="1"/>
            </p:cNvSpPr>
            <p:nvPr/>
          </p:nvSpPr>
          <p:spPr bwMode="auto">
            <a:xfrm>
              <a:off x="158" y="663"/>
              <a:ext cx="5444" cy="2858"/>
            </a:xfrm>
            <a:prstGeom prst="rect">
              <a:avLst/>
            </a:prstGeom>
            <a:solidFill>
              <a:schemeClr val="bg1">
                <a:alpha val="74117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/>
            </a:p>
          </p:txBody>
        </p:sp>
      </p:grpSp>
      <p:sp>
        <p:nvSpPr>
          <p:cNvPr id="13314" name="Rectangle 7"/>
          <p:cNvSpPr>
            <a:spLocks noChangeArrowheads="1"/>
          </p:cNvSpPr>
          <p:nvPr/>
        </p:nvSpPr>
        <p:spPr bwMode="auto">
          <a:xfrm>
            <a:off x="2405063" y="2405063"/>
            <a:ext cx="358775" cy="1127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1N4148</a:t>
            </a:r>
          </a:p>
        </p:txBody>
      </p:sp>
      <p:sp>
        <p:nvSpPr>
          <p:cNvPr id="13315" name="Rectangle 9"/>
          <p:cNvSpPr>
            <a:spLocks noChangeArrowheads="1"/>
          </p:cNvSpPr>
          <p:nvPr/>
        </p:nvSpPr>
        <p:spPr bwMode="auto">
          <a:xfrm>
            <a:off x="3708400" y="3500438"/>
            <a:ext cx="358775" cy="1127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1S4</a:t>
            </a:r>
          </a:p>
        </p:txBody>
      </p:sp>
      <p:sp>
        <p:nvSpPr>
          <p:cNvPr id="13316" name="Rectangle 10"/>
          <p:cNvSpPr>
            <a:spLocks noChangeArrowheads="1"/>
          </p:cNvSpPr>
          <p:nvPr/>
        </p:nvSpPr>
        <p:spPr bwMode="auto">
          <a:xfrm>
            <a:off x="6754813" y="4381500"/>
            <a:ext cx="358775" cy="11271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33k</a:t>
            </a:r>
          </a:p>
        </p:txBody>
      </p:sp>
      <p:sp>
        <p:nvSpPr>
          <p:cNvPr id="13317" name="Rectangle 11"/>
          <p:cNvSpPr>
            <a:spLocks noChangeArrowheads="1"/>
          </p:cNvSpPr>
          <p:nvPr/>
        </p:nvSpPr>
        <p:spPr bwMode="auto">
          <a:xfrm>
            <a:off x="6754813" y="3522663"/>
            <a:ext cx="358775" cy="1127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33k</a:t>
            </a:r>
          </a:p>
        </p:txBody>
      </p:sp>
      <p:sp>
        <p:nvSpPr>
          <p:cNvPr id="13318" name="Rectangle 12"/>
          <p:cNvSpPr>
            <a:spLocks noChangeArrowheads="1"/>
          </p:cNvSpPr>
          <p:nvPr/>
        </p:nvSpPr>
        <p:spPr bwMode="auto">
          <a:xfrm>
            <a:off x="6754813" y="3641725"/>
            <a:ext cx="358775" cy="11271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1.5k</a:t>
            </a:r>
          </a:p>
        </p:txBody>
      </p:sp>
      <p:sp>
        <p:nvSpPr>
          <p:cNvPr id="13319" name="Rectangle 15"/>
          <p:cNvSpPr>
            <a:spLocks noChangeArrowheads="1"/>
          </p:cNvSpPr>
          <p:nvPr/>
        </p:nvSpPr>
        <p:spPr bwMode="auto">
          <a:xfrm>
            <a:off x="7312025" y="3648075"/>
            <a:ext cx="358775" cy="11271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1.5k</a:t>
            </a:r>
          </a:p>
        </p:txBody>
      </p:sp>
      <p:sp>
        <p:nvSpPr>
          <p:cNvPr id="13320" name="Rectangle 16"/>
          <p:cNvSpPr>
            <a:spLocks noChangeArrowheads="1"/>
          </p:cNvSpPr>
          <p:nvPr/>
        </p:nvSpPr>
        <p:spPr bwMode="auto">
          <a:xfrm>
            <a:off x="7315200" y="3535363"/>
            <a:ext cx="358775" cy="1127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RD3.9</a:t>
            </a:r>
          </a:p>
        </p:txBody>
      </p:sp>
      <p:sp>
        <p:nvSpPr>
          <p:cNvPr id="13321" name="Rectangle 17"/>
          <p:cNvSpPr>
            <a:spLocks noChangeArrowheads="1"/>
          </p:cNvSpPr>
          <p:nvPr/>
        </p:nvSpPr>
        <p:spPr bwMode="auto">
          <a:xfrm>
            <a:off x="7308850" y="4378325"/>
            <a:ext cx="358775" cy="11271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RD3.9</a:t>
            </a:r>
          </a:p>
        </p:txBody>
      </p:sp>
      <p:sp>
        <p:nvSpPr>
          <p:cNvPr id="13322" name="Rectangle 19"/>
          <p:cNvSpPr>
            <a:spLocks noChangeArrowheads="1"/>
          </p:cNvSpPr>
          <p:nvPr/>
        </p:nvSpPr>
        <p:spPr bwMode="auto">
          <a:xfrm rot="-5400000">
            <a:off x="7849394" y="3171031"/>
            <a:ext cx="358775" cy="11271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1N4007</a:t>
            </a:r>
          </a:p>
        </p:txBody>
      </p:sp>
      <p:sp>
        <p:nvSpPr>
          <p:cNvPr id="13323" name="Rectangle 6"/>
          <p:cNvSpPr>
            <a:spLocks noChangeArrowheads="1"/>
          </p:cNvSpPr>
          <p:nvPr/>
        </p:nvSpPr>
        <p:spPr bwMode="auto">
          <a:xfrm>
            <a:off x="2405063" y="2543175"/>
            <a:ext cx="358775" cy="11271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1k</a:t>
            </a:r>
          </a:p>
        </p:txBody>
      </p:sp>
      <p:sp>
        <p:nvSpPr>
          <p:cNvPr id="13324" name="Rectangle 9"/>
          <p:cNvSpPr>
            <a:spLocks noChangeArrowheads="1"/>
          </p:cNvSpPr>
          <p:nvPr/>
        </p:nvSpPr>
        <p:spPr bwMode="auto">
          <a:xfrm>
            <a:off x="3119438" y="3500438"/>
            <a:ext cx="358775" cy="1127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1S4</a:t>
            </a:r>
          </a:p>
        </p:txBody>
      </p:sp>
      <p:sp>
        <p:nvSpPr>
          <p:cNvPr id="13325" name="Rectangle 19"/>
          <p:cNvSpPr>
            <a:spLocks noChangeArrowheads="1"/>
          </p:cNvSpPr>
          <p:nvPr/>
        </p:nvSpPr>
        <p:spPr bwMode="auto">
          <a:xfrm rot="-5400000">
            <a:off x="7682706" y="3172620"/>
            <a:ext cx="358775" cy="1127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1N4007</a:t>
            </a:r>
          </a:p>
        </p:txBody>
      </p:sp>
      <p:sp>
        <p:nvSpPr>
          <p:cNvPr id="13326" name="Rectangle 15"/>
          <p:cNvSpPr>
            <a:spLocks noChangeArrowheads="1"/>
          </p:cNvSpPr>
          <p:nvPr/>
        </p:nvSpPr>
        <p:spPr bwMode="auto">
          <a:xfrm>
            <a:off x="7308850" y="4259263"/>
            <a:ext cx="358775" cy="1127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1.5k</a:t>
            </a:r>
          </a:p>
        </p:txBody>
      </p:sp>
      <p:sp>
        <p:nvSpPr>
          <p:cNvPr id="13327" name="Rectangle 12"/>
          <p:cNvSpPr>
            <a:spLocks noChangeArrowheads="1"/>
          </p:cNvSpPr>
          <p:nvPr/>
        </p:nvSpPr>
        <p:spPr bwMode="auto">
          <a:xfrm>
            <a:off x="6757988" y="4270375"/>
            <a:ext cx="358775" cy="11271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1.5k</a:t>
            </a:r>
          </a:p>
        </p:txBody>
      </p:sp>
      <p:sp>
        <p:nvSpPr>
          <p:cNvPr id="13328" name="Rectangle 12"/>
          <p:cNvSpPr>
            <a:spLocks noChangeArrowheads="1"/>
          </p:cNvSpPr>
          <p:nvPr/>
        </p:nvSpPr>
        <p:spPr bwMode="auto">
          <a:xfrm>
            <a:off x="7847013" y="2768600"/>
            <a:ext cx="209550" cy="11271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0.1</a:t>
            </a:r>
          </a:p>
        </p:txBody>
      </p:sp>
      <p:sp>
        <p:nvSpPr>
          <p:cNvPr id="13329" name="Rectangle 12"/>
          <p:cNvSpPr>
            <a:spLocks noChangeArrowheads="1"/>
          </p:cNvSpPr>
          <p:nvPr/>
        </p:nvSpPr>
        <p:spPr bwMode="auto">
          <a:xfrm rot="-5400000">
            <a:off x="6568282" y="3947318"/>
            <a:ext cx="209550" cy="11271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0.1</a:t>
            </a:r>
          </a:p>
        </p:txBody>
      </p:sp>
      <p:sp>
        <p:nvSpPr>
          <p:cNvPr id="13330" name="Rectangle 12"/>
          <p:cNvSpPr>
            <a:spLocks noChangeArrowheads="1"/>
          </p:cNvSpPr>
          <p:nvPr/>
        </p:nvSpPr>
        <p:spPr bwMode="auto">
          <a:xfrm>
            <a:off x="7766050" y="2624138"/>
            <a:ext cx="360363" cy="1127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Jumper</a:t>
            </a:r>
          </a:p>
        </p:txBody>
      </p:sp>
      <p:sp>
        <p:nvSpPr>
          <p:cNvPr id="13331" name="Rectangle 9"/>
          <p:cNvSpPr>
            <a:spLocks noChangeArrowheads="1"/>
          </p:cNvSpPr>
          <p:nvPr/>
        </p:nvSpPr>
        <p:spPr bwMode="auto">
          <a:xfrm>
            <a:off x="3779838" y="3213100"/>
            <a:ext cx="198437" cy="1428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5V</a:t>
            </a:r>
          </a:p>
        </p:txBody>
      </p:sp>
      <p:sp>
        <p:nvSpPr>
          <p:cNvPr id="13332" name="Rectangle 9"/>
          <p:cNvSpPr>
            <a:spLocks noChangeArrowheads="1"/>
          </p:cNvSpPr>
          <p:nvPr/>
        </p:nvSpPr>
        <p:spPr bwMode="auto">
          <a:xfrm>
            <a:off x="3241675" y="3201988"/>
            <a:ext cx="198438" cy="1428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3V3</a:t>
            </a:r>
          </a:p>
        </p:txBody>
      </p:sp>
      <p:sp>
        <p:nvSpPr>
          <p:cNvPr id="13333" name="Oval 31"/>
          <p:cNvSpPr>
            <a:spLocks noChangeArrowheads="1"/>
          </p:cNvSpPr>
          <p:nvPr/>
        </p:nvSpPr>
        <p:spPr bwMode="auto">
          <a:xfrm>
            <a:off x="3000375" y="2549525"/>
            <a:ext cx="215900" cy="2159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10</a:t>
            </a:r>
          </a:p>
        </p:txBody>
      </p:sp>
      <p:sp>
        <p:nvSpPr>
          <p:cNvPr id="13334" name="Oval 33"/>
          <p:cNvSpPr>
            <a:spLocks noChangeArrowheads="1"/>
          </p:cNvSpPr>
          <p:nvPr/>
        </p:nvSpPr>
        <p:spPr bwMode="auto">
          <a:xfrm>
            <a:off x="3336925" y="2549525"/>
            <a:ext cx="215900" cy="2159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10</a:t>
            </a:r>
          </a:p>
        </p:txBody>
      </p:sp>
      <p:sp>
        <p:nvSpPr>
          <p:cNvPr id="13335" name="Oval 34"/>
          <p:cNvSpPr>
            <a:spLocks noChangeArrowheads="1"/>
          </p:cNvSpPr>
          <p:nvPr/>
        </p:nvSpPr>
        <p:spPr bwMode="auto">
          <a:xfrm>
            <a:off x="3675063" y="2549525"/>
            <a:ext cx="215900" cy="2159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10</a:t>
            </a:r>
          </a:p>
        </p:txBody>
      </p:sp>
      <p:sp>
        <p:nvSpPr>
          <p:cNvPr id="13336" name="Oval 35"/>
          <p:cNvSpPr>
            <a:spLocks noChangeArrowheads="1"/>
          </p:cNvSpPr>
          <p:nvPr/>
        </p:nvSpPr>
        <p:spPr bwMode="auto">
          <a:xfrm>
            <a:off x="3532188" y="1844675"/>
            <a:ext cx="431800" cy="431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4700</a:t>
            </a:r>
          </a:p>
        </p:txBody>
      </p:sp>
      <p:sp>
        <p:nvSpPr>
          <p:cNvPr id="13337" name="Text Box 36"/>
          <p:cNvSpPr txBox="1">
            <a:spLocks noChangeArrowheads="1"/>
          </p:cNvSpPr>
          <p:nvPr/>
        </p:nvSpPr>
        <p:spPr bwMode="auto">
          <a:xfrm>
            <a:off x="0" y="0"/>
            <a:ext cx="9239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/>
              <a:t>UNIT A</a:t>
            </a:r>
          </a:p>
        </p:txBody>
      </p:sp>
      <p:sp>
        <p:nvSpPr>
          <p:cNvPr id="13338" name="Oval 35"/>
          <p:cNvSpPr>
            <a:spLocks noChangeArrowheads="1"/>
          </p:cNvSpPr>
          <p:nvPr/>
        </p:nvSpPr>
        <p:spPr bwMode="auto">
          <a:xfrm>
            <a:off x="2368550" y="2924175"/>
            <a:ext cx="431800" cy="431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7" name="Group 6"/>
          <p:cNvGrpSpPr>
            <a:grpSpLocks/>
          </p:cNvGrpSpPr>
          <p:nvPr/>
        </p:nvGrpSpPr>
        <p:grpSpPr bwMode="auto">
          <a:xfrm>
            <a:off x="468313" y="404813"/>
            <a:ext cx="8207375" cy="3455987"/>
            <a:chOff x="295" y="618"/>
            <a:chExt cx="5170" cy="2177"/>
          </a:xfrm>
        </p:grpSpPr>
        <p:pic>
          <p:nvPicPr>
            <p:cNvPr id="14403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76" y="754"/>
              <a:ext cx="4822" cy="19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404" name="Rectangle 5"/>
            <p:cNvSpPr>
              <a:spLocks noChangeArrowheads="1"/>
            </p:cNvSpPr>
            <p:nvPr/>
          </p:nvSpPr>
          <p:spPr bwMode="auto">
            <a:xfrm>
              <a:off x="295" y="618"/>
              <a:ext cx="5170" cy="2177"/>
            </a:xfrm>
            <a:prstGeom prst="rect">
              <a:avLst/>
            </a:prstGeom>
            <a:solidFill>
              <a:schemeClr val="bg1">
                <a:alpha val="74117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/>
            </a:p>
          </p:txBody>
        </p:sp>
      </p:grpSp>
      <p:sp>
        <p:nvSpPr>
          <p:cNvPr id="14338" name="Text Box 71"/>
          <p:cNvSpPr txBox="1">
            <a:spLocks noChangeArrowheads="1"/>
          </p:cNvSpPr>
          <p:nvPr/>
        </p:nvSpPr>
        <p:spPr bwMode="auto">
          <a:xfrm>
            <a:off x="900113" y="4365625"/>
            <a:ext cx="2520950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1400"/>
              <a:t>CAP</a:t>
            </a:r>
          </a:p>
          <a:p>
            <a:pPr>
              <a:spcBef>
                <a:spcPct val="50000"/>
              </a:spcBef>
            </a:pPr>
            <a:r>
              <a:rPr lang="en-US" altLang="ja-JP" sz="1400"/>
              <a:t>0.1u  x 7</a:t>
            </a:r>
            <a:br>
              <a:rPr lang="en-US" altLang="ja-JP" sz="1400"/>
            </a:br>
            <a:r>
              <a:rPr lang="en-US" altLang="ja-JP" sz="1400"/>
              <a:t>0.01u  x 2</a:t>
            </a:r>
          </a:p>
        </p:txBody>
      </p:sp>
      <p:sp>
        <p:nvSpPr>
          <p:cNvPr id="14339" name="Text Box 72"/>
          <p:cNvSpPr txBox="1">
            <a:spLocks noChangeArrowheads="1"/>
          </p:cNvSpPr>
          <p:nvPr/>
        </p:nvSpPr>
        <p:spPr bwMode="auto">
          <a:xfrm>
            <a:off x="2771775" y="4365625"/>
            <a:ext cx="792163" cy="147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1400"/>
              <a:t>Res</a:t>
            </a:r>
          </a:p>
          <a:p>
            <a:pPr>
              <a:spcBef>
                <a:spcPct val="50000"/>
              </a:spcBef>
            </a:pPr>
            <a:r>
              <a:rPr lang="en-US" altLang="ja-JP" sz="1400"/>
              <a:t>470 x3</a:t>
            </a:r>
            <a:br>
              <a:rPr lang="en-US" altLang="ja-JP" sz="1400"/>
            </a:br>
            <a:r>
              <a:rPr lang="en-US" altLang="ja-JP" sz="1400"/>
              <a:t>1k x2</a:t>
            </a:r>
            <a:br>
              <a:rPr lang="en-US" altLang="ja-JP" sz="1400"/>
            </a:br>
            <a:r>
              <a:rPr lang="en-US" altLang="ja-JP" sz="1400"/>
              <a:t>3.3k x2</a:t>
            </a:r>
            <a:br>
              <a:rPr lang="en-US" altLang="ja-JP" sz="1400"/>
            </a:br>
            <a:r>
              <a:rPr lang="en-US" altLang="ja-JP" sz="1400"/>
              <a:t>5.1k x2</a:t>
            </a:r>
            <a:br>
              <a:rPr lang="en-US" altLang="ja-JP" sz="1400"/>
            </a:br>
            <a:r>
              <a:rPr lang="en-US" altLang="ja-JP" sz="1400"/>
              <a:t>10k x9</a:t>
            </a:r>
          </a:p>
        </p:txBody>
      </p:sp>
      <p:sp>
        <p:nvSpPr>
          <p:cNvPr id="14340" name="Rectangle 45"/>
          <p:cNvSpPr>
            <a:spLocks noChangeArrowheads="1"/>
          </p:cNvSpPr>
          <p:nvPr/>
        </p:nvSpPr>
        <p:spPr bwMode="auto">
          <a:xfrm>
            <a:off x="1835150" y="4797425"/>
            <a:ext cx="284163" cy="952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0.1</a:t>
            </a:r>
          </a:p>
        </p:txBody>
      </p:sp>
      <p:sp>
        <p:nvSpPr>
          <p:cNvPr id="14341" name="Rectangle 34"/>
          <p:cNvSpPr>
            <a:spLocks noChangeArrowheads="1"/>
          </p:cNvSpPr>
          <p:nvPr/>
        </p:nvSpPr>
        <p:spPr bwMode="auto">
          <a:xfrm>
            <a:off x="1836738" y="5013325"/>
            <a:ext cx="273050" cy="9842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0.01</a:t>
            </a:r>
          </a:p>
        </p:txBody>
      </p:sp>
      <p:sp>
        <p:nvSpPr>
          <p:cNvPr id="14342" name="Rectangle 32"/>
          <p:cNvSpPr>
            <a:spLocks noChangeArrowheads="1"/>
          </p:cNvSpPr>
          <p:nvPr/>
        </p:nvSpPr>
        <p:spPr bwMode="auto">
          <a:xfrm>
            <a:off x="3635375" y="4797425"/>
            <a:ext cx="273050" cy="9842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470</a:t>
            </a:r>
          </a:p>
        </p:txBody>
      </p:sp>
      <p:sp>
        <p:nvSpPr>
          <p:cNvPr id="14343" name="Rectangle 30"/>
          <p:cNvSpPr>
            <a:spLocks noChangeArrowheads="1"/>
          </p:cNvSpPr>
          <p:nvPr/>
        </p:nvSpPr>
        <p:spPr bwMode="auto">
          <a:xfrm>
            <a:off x="3635375" y="5013325"/>
            <a:ext cx="273050" cy="9842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1K</a:t>
            </a:r>
          </a:p>
        </p:txBody>
      </p:sp>
      <p:sp>
        <p:nvSpPr>
          <p:cNvPr id="14344" name="Rectangle 50"/>
          <p:cNvSpPr>
            <a:spLocks noChangeArrowheads="1"/>
          </p:cNvSpPr>
          <p:nvPr/>
        </p:nvSpPr>
        <p:spPr bwMode="auto">
          <a:xfrm>
            <a:off x="3635375" y="5229225"/>
            <a:ext cx="258763" cy="100013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3.3k</a:t>
            </a:r>
          </a:p>
        </p:txBody>
      </p:sp>
      <p:sp>
        <p:nvSpPr>
          <p:cNvPr id="14345" name="Rectangle 52"/>
          <p:cNvSpPr>
            <a:spLocks noChangeArrowheads="1"/>
          </p:cNvSpPr>
          <p:nvPr/>
        </p:nvSpPr>
        <p:spPr bwMode="auto">
          <a:xfrm>
            <a:off x="3635375" y="5445125"/>
            <a:ext cx="269875" cy="10795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5.1k</a:t>
            </a:r>
          </a:p>
        </p:txBody>
      </p:sp>
      <p:sp>
        <p:nvSpPr>
          <p:cNvPr id="14346" name="Rectangle 40"/>
          <p:cNvSpPr>
            <a:spLocks noChangeArrowheads="1"/>
          </p:cNvSpPr>
          <p:nvPr/>
        </p:nvSpPr>
        <p:spPr bwMode="auto">
          <a:xfrm>
            <a:off x="3635375" y="5661025"/>
            <a:ext cx="268288" cy="96838"/>
          </a:xfrm>
          <a:prstGeom prst="rect">
            <a:avLst/>
          </a:prstGeom>
          <a:solidFill>
            <a:srgbClr val="D647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10k</a:t>
            </a:r>
            <a:endParaRPr lang="ja-JP" altLang="en-US" sz="800"/>
          </a:p>
        </p:txBody>
      </p:sp>
      <p:sp>
        <p:nvSpPr>
          <p:cNvPr id="14347" name="Rectangle 45"/>
          <p:cNvSpPr>
            <a:spLocks noChangeArrowheads="1"/>
          </p:cNvSpPr>
          <p:nvPr/>
        </p:nvSpPr>
        <p:spPr bwMode="auto">
          <a:xfrm rot="-5400000">
            <a:off x="1813719" y="1578769"/>
            <a:ext cx="284162" cy="952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0.1</a:t>
            </a:r>
          </a:p>
        </p:txBody>
      </p:sp>
      <p:sp>
        <p:nvSpPr>
          <p:cNvPr id="14348" name="Rectangle 45"/>
          <p:cNvSpPr>
            <a:spLocks noChangeArrowheads="1"/>
          </p:cNvSpPr>
          <p:nvPr/>
        </p:nvSpPr>
        <p:spPr bwMode="auto">
          <a:xfrm>
            <a:off x="1331913" y="3213100"/>
            <a:ext cx="284162" cy="952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0.1</a:t>
            </a:r>
          </a:p>
        </p:txBody>
      </p:sp>
      <p:sp>
        <p:nvSpPr>
          <p:cNvPr id="14349" name="Rectangle 45"/>
          <p:cNvSpPr>
            <a:spLocks noChangeArrowheads="1"/>
          </p:cNvSpPr>
          <p:nvPr/>
        </p:nvSpPr>
        <p:spPr bwMode="auto">
          <a:xfrm>
            <a:off x="5765800" y="1031875"/>
            <a:ext cx="284163" cy="952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0.1</a:t>
            </a:r>
          </a:p>
        </p:txBody>
      </p:sp>
      <p:sp>
        <p:nvSpPr>
          <p:cNvPr id="14350" name="Rectangle 45"/>
          <p:cNvSpPr>
            <a:spLocks noChangeArrowheads="1"/>
          </p:cNvSpPr>
          <p:nvPr/>
        </p:nvSpPr>
        <p:spPr bwMode="auto">
          <a:xfrm>
            <a:off x="6562725" y="1038225"/>
            <a:ext cx="284163" cy="952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0.1</a:t>
            </a:r>
          </a:p>
        </p:txBody>
      </p:sp>
      <p:sp>
        <p:nvSpPr>
          <p:cNvPr id="14351" name="Rectangle 45"/>
          <p:cNvSpPr>
            <a:spLocks noChangeArrowheads="1"/>
          </p:cNvSpPr>
          <p:nvPr/>
        </p:nvSpPr>
        <p:spPr bwMode="auto">
          <a:xfrm rot="-5400000">
            <a:off x="6426993" y="2396332"/>
            <a:ext cx="284163" cy="952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0.1</a:t>
            </a:r>
          </a:p>
        </p:txBody>
      </p:sp>
      <p:sp>
        <p:nvSpPr>
          <p:cNvPr id="14352" name="Rectangle 45"/>
          <p:cNvSpPr>
            <a:spLocks noChangeArrowheads="1"/>
          </p:cNvSpPr>
          <p:nvPr/>
        </p:nvSpPr>
        <p:spPr bwMode="auto">
          <a:xfrm rot="-5400000">
            <a:off x="5361782" y="2893219"/>
            <a:ext cx="284162" cy="952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0.1</a:t>
            </a:r>
          </a:p>
        </p:txBody>
      </p:sp>
      <p:sp>
        <p:nvSpPr>
          <p:cNvPr id="14353" name="Rectangle 45"/>
          <p:cNvSpPr>
            <a:spLocks noChangeArrowheads="1"/>
          </p:cNvSpPr>
          <p:nvPr/>
        </p:nvSpPr>
        <p:spPr bwMode="auto">
          <a:xfrm rot="-5400000">
            <a:off x="5758656" y="2885282"/>
            <a:ext cx="284163" cy="952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0.1</a:t>
            </a:r>
          </a:p>
        </p:txBody>
      </p:sp>
      <p:sp>
        <p:nvSpPr>
          <p:cNvPr id="14354" name="Rectangle 34"/>
          <p:cNvSpPr>
            <a:spLocks noChangeArrowheads="1"/>
          </p:cNvSpPr>
          <p:nvPr/>
        </p:nvSpPr>
        <p:spPr bwMode="auto">
          <a:xfrm>
            <a:off x="7613650" y="1411288"/>
            <a:ext cx="273050" cy="9842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0.01</a:t>
            </a:r>
          </a:p>
        </p:txBody>
      </p:sp>
      <p:sp>
        <p:nvSpPr>
          <p:cNvPr id="14355" name="Rectangle 34"/>
          <p:cNvSpPr>
            <a:spLocks noChangeArrowheads="1"/>
          </p:cNvSpPr>
          <p:nvPr/>
        </p:nvSpPr>
        <p:spPr bwMode="auto">
          <a:xfrm>
            <a:off x="7605713" y="1595438"/>
            <a:ext cx="273050" cy="9842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0.01</a:t>
            </a:r>
          </a:p>
        </p:txBody>
      </p:sp>
      <p:sp>
        <p:nvSpPr>
          <p:cNvPr id="14356" name="Rectangle 30"/>
          <p:cNvSpPr>
            <a:spLocks noChangeArrowheads="1"/>
          </p:cNvSpPr>
          <p:nvPr/>
        </p:nvSpPr>
        <p:spPr bwMode="auto">
          <a:xfrm>
            <a:off x="7608888" y="785813"/>
            <a:ext cx="273050" cy="9842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1K</a:t>
            </a:r>
          </a:p>
        </p:txBody>
      </p:sp>
      <p:sp>
        <p:nvSpPr>
          <p:cNvPr id="14357" name="Rectangle 30"/>
          <p:cNvSpPr>
            <a:spLocks noChangeArrowheads="1"/>
          </p:cNvSpPr>
          <p:nvPr/>
        </p:nvSpPr>
        <p:spPr bwMode="auto">
          <a:xfrm>
            <a:off x="7610475" y="1016000"/>
            <a:ext cx="273050" cy="9842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1K</a:t>
            </a:r>
          </a:p>
        </p:txBody>
      </p:sp>
      <p:sp>
        <p:nvSpPr>
          <p:cNvPr id="14358" name="Rectangle 32"/>
          <p:cNvSpPr>
            <a:spLocks noChangeArrowheads="1"/>
          </p:cNvSpPr>
          <p:nvPr/>
        </p:nvSpPr>
        <p:spPr bwMode="auto">
          <a:xfrm>
            <a:off x="7261225" y="1401763"/>
            <a:ext cx="273050" cy="9842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470</a:t>
            </a:r>
          </a:p>
        </p:txBody>
      </p:sp>
      <p:sp>
        <p:nvSpPr>
          <p:cNvPr id="14359" name="Rectangle 32"/>
          <p:cNvSpPr>
            <a:spLocks noChangeArrowheads="1"/>
          </p:cNvSpPr>
          <p:nvPr/>
        </p:nvSpPr>
        <p:spPr bwMode="auto">
          <a:xfrm>
            <a:off x="7258050" y="1593850"/>
            <a:ext cx="273050" cy="9842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470</a:t>
            </a:r>
          </a:p>
        </p:txBody>
      </p:sp>
      <p:sp>
        <p:nvSpPr>
          <p:cNvPr id="14360" name="Rectangle 50"/>
          <p:cNvSpPr>
            <a:spLocks noChangeArrowheads="1"/>
          </p:cNvSpPr>
          <p:nvPr/>
        </p:nvSpPr>
        <p:spPr bwMode="auto">
          <a:xfrm rot="-5400000">
            <a:off x="2065338" y="2227263"/>
            <a:ext cx="258762" cy="100012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3.3k</a:t>
            </a:r>
          </a:p>
        </p:txBody>
      </p:sp>
      <p:sp>
        <p:nvSpPr>
          <p:cNvPr id="14361" name="Rectangle 50"/>
          <p:cNvSpPr>
            <a:spLocks noChangeArrowheads="1"/>
          </p:cNvSpPr>
          <p:nvPr/>
        </p:nvSpPr>
        <p:spPr bwMode="auto">
          <a:xfrm rot="-5400000">
            <a:off x="2243137" y="2228851"/>
            <a:ext cx="258763" cy="100012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3.3k</a:t>
            </a:r>
          </a:p>
        </p:txBody>
      </p:sp>
      <p:sp>
        <p:nvSpPr>
          <p:cNvPr id="14362" name="Rectangle 52"/>
          <p:cNvSpPr>
            <a:spLocks noChangeArrowheads="1"/>
          </p:cNvSpPr>
          <p:nvPr/>
        </p:nvSpPr>
        <p:spPr bwMode="auto">
          <a:xfrm rot="-5400000">
            <a:off x="2422525" y="2224088"/>
            <a:ext cx="269875" cy="10795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5.1k</a:t>
            </a:r>
          </a:p>
        </p:txBody>
      </p:sp>
      <p:sp>
        <p:nvSpPr>
          <p:cNvPr id="14363" name="Rectangle 52"/>
          <p:cNvSpPr>
            <a:spLocks noChangeArrowheads="1"/>
          </p:cNvSpPr>
          <p:nvPr/>
        </p:nvSpPr>
        <p:spPr bwMode="auto">
          <a:xfrm rot="-5400000">
            <a:off x="2757487" y="2220913"/>
            <a:ext cx="269875" cy="10795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5.1k</a:t>
            </a:r>
          </a:p>
        </p:txBody>
      </p:sp>
      <p:sp>
        <p:nvSpPr>
          <p:cNvPr id="14364" name="Rectangle 40"/>
          <p:cNvSpPr>
            <a:spLocks noChangeArrowheads="1"/>
          </p:cNvSpPr>
          <p:nvPr/>
        </p:nvSpPr>
        <p:spPr bwMode="auto">
          <a:xfrm rot="-5400000">
            <a:off x="2555875" y="1412875"/>
            <a:ext cx="268288" cy="96838"/>
          </a:xfrm>
          <a:prstGeom prst="rect">
            <a:avLst/>
          </a:prstGeom>
          <a:solidFill>
            <a:srgbClr val="D647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10k</a:t>
            </a:r>
            <a:endParaRPr lang="ja-JP" altLang="en-US" sz="800"/>
          </a:p>
        </p:txBody>
      </p:sp>
      <p:sp>
        <p:nvSpPr>
          <p:cNvPr id="14365" name="Rectangle 40"/>
          <p:cNvSpPr>
            <a:spLocks noChangeArrowheads="1"/>
          </p:cNvSpPr>
          <p:nvPr/>
        </p:nvSpPr>
        <p:spPr bwMode="auto">
          <a:xfrm rot="-5400000">
            <a:off x="2555875" y="1781175"/>
            <a:ext cx="268288" cy="96838"/>
          </a:xfrm>
          <a:prstGeom prst="rect">
            <a:avLst/>
          </a:prstGeom>
          <a:solidFill>
            <a:srgbClr val="D647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10k</a:t>
            </a:r>
            <a:endParaRPr lang="ja-JP" altLang="en-US" sz="800"/>
          </a:p>
        </p:txBody>
      </p:sp>
      <p:sp>
        <p:nvSpPr>
          <p:cNvPr id="14366" name="Rectangle 40"/>
          <p:cNvSpPr>
            <a:spLocks noChangeArrowheads="1"/>
          </p:cNvSpPr>
          <p:nvPr/>
        </p:nvSpPr>
        <p:spPr bwMode="auto">
          <a:xfrm rot="-5400000">
            <a:off x="5505450" y="2401888"/>
            <a:ext cx="268287" cy="96838"/>
          </a:xfrm>
          <a:prstGeom prst="rect">
            <a:avLst/>
          </a:prstGeom>
          <a:solidFill>
            <a:srgbClr val="D647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10k</a:t>
            </a:r>
            <a:endParaRPr lang="ja-JP" altLang="en-US" sz="800"/>
          </a:p>
        </p:txBody>
      </p:sp>
      <p:sp>
        <p:nvSpPr>
          <p:cNvPr id="14367" name="Rectangle 40"/>
          <p:cNvSpPr>
            <a:spLocks noChangeArrowheads="1"/>
          </p:cNvSpPr>
          <p:nvPr/>
        </p:nvSpPr>
        <p:spPr bwMode="auto">
          <a:xfrm rot="-5400000">
            <a:off x="5697538" y="2398713"/>
            <a:ext cx="268287" cy="96837"/>
          </a:xfrm>
          <a:prstGeom prst="rect">
            <a:avLst/>
          </a:prstGeom>
          <a:solidFill>
            <a:srgbClr val="D647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10k</a:t>
            </a:r>
            <a:endParaRPr lang="ja-JP" altLang="en-US" sz="800"/>
          </a:p>
        </p:txBody>
      </p:sp>
      <p:sp>
        <p:nvSpPr>
          <p:cNvPr id="14368" name="Rectangle 40"/>
          <p:cNvSpPr>
            <a:spLocks noChangeArrowheads="1"/>
          </p:cNvSpPr>
          <p:nvPr/>
        </p:nvSpPr>
        <p:spPr bwMode="auto">
          <a:xfrm rot="-5400000">
            <a:off x="5880100" y="2405063"/>
            <a:ext cx="268287" cy="96838"/>
          </a:xfrm>
          <a:prstGeom prst="rect">
            <a:avLst/>
          </a:prstGeom>
          <a:solidFill>
            <a:srgbClr val="D647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10k</a:t>
            </a:r>
            <a:endParaRPr lang="ja-JP" altLang="en-US" sz="800"/>
          </a:p>
        </p:txBody>
      </p:sp>
      <p:sp>
        <p:nvSpPr>
          <p:cNvPr id="14369" name="Rectangle 40"/>
          <p:cNvSpPr>
            <a:spLocks noChangeArrowheads="1"/>
          </p:cNvSpPr>
          <p:nvPr/>
        </p:nvSpPr>
        <p:spPr bwMode="auto">
          <a:xfrm rot="-5400000">
            <a:off x="6072188" y="2397125"/>
            <a:ext cx="268288" cy="96837"/>
          </a:xfrm>
          <a:prstGeom prst="rect">
            <a:avLst/>
          </a:prstGeom>
          <a:solidFill>
            <a:srgbClr val="D647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10k</a:t>
            </a:r>
            <a:endParaRPr lang="ja-JP" altLang="en-US" sz="800"/>
          </a:p>
        </p:txBody>
      </p:sp>
      <p:sp>
        <p:nvSpPr>
          <p:cNvPr id="14370" name="Rectangle 40"/>
          <p:cNvSpPr>
            <a:spLocks noChangeArrowheads="1"/>
          </p:cNvSpPr>
          <p:nvPr/>
        </p:nvSpPr>
        <p:spPr bwMode="auto">
          <a:xfrm rot="-5400000">
            <a:off x="6249988" y="2393950"/>
            <a:ext cx="268288" cy="96837"/>
          </a:xfrm>
          <a:prstGeom prst="rect">
            <a:avLst/>
          </a:prstGeom>
          <a:solidFill>
            <a:srgbClr val="D647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10k</a:t>
            </a:r>
            <a:endParaRPr lang="ja-JP" altLang="en-US" sz="800"/>
          </a:p>
        </p:txBody>
      </p:sp>
      <p:sp>
        <p:nvSpPr>
          <p:cNvPr id="14371" name="Rectangle 40"/>
          <p:cNvSpPr>
            <a:spLocks noChangeArrowheads="1"/>
          </p:cNvSpPr>
          <p:nvPr/>
        </p:nvSpPr>
        <p:spPr bwMode="auto">
          <a:xfrm rot="-5400000">
            <a:off x="5564188" y="2874963"/>
            <a:ext cx="268287" cy="96837"/>
          </a:xfrm>
          <a:prstGeom prst="rect">
            <a:avLst/>
          </a:prstGeom>
          <a:solidFill>
            <a:srgbClr val="D647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10k</a:t>
            </a:r>
            <a:endParaRPr lang="ja-JP" altLang="en-US" sz="800"/>
          </a:p>
        </p:txBody>
      </p:sp>
      <p:sp>
        <p:nvSpPr>
          <p:cNvPr id="14372" name="Rectangle 40"/>
          <p:cNvSpPr>
            <a:spLocks noChangeArrowheads="1"/>
          </p:cNvSpPr>
          <p:nvPr/>
        </p:nvSpPr>
        <p:spPr bwMode="auto">
          <a:xfrm rot="-5400000">
            <a:off x="6832600" y="876300"/>
            <a:ext cx="268288" cy="96838"/>
          </a:xfrm>
          <a:prstGeom prst="rect">
            <a:avLst/>
          </a:prstGeom>
          <a:solidFill>
            <a:srgbClr val="D647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10k</a:t>
            </a:r>
            <a:endParaRPr lang="ja-JP" altLang="en-US" sz="800"/>
          </a:p>
        </p:txBody>
      </p:sp>
      <p:sp>
        <p:nvSpPr>
          <p:cNvPr id="14373" name="Text Box 40"/>
          <p:cNvSpPr txBox="1">
            <a:spLocks noChangeArrowheads="1"/>
          </p:cNvSpPr>
          <p:nvPr/>
        </p:nvSpPr>
        <p:spPr bwMode="auto">
          <a:xfrm>
            <a:off x="0" y="0"/>
            <a:ext cx="936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/>
              <a:t>UNIT B</a:t>
            </a:r>
          </a:p>
        </p:txBody>
      </p:sp>
      <p:sp>
        <p:nvSpPr>
          <p:cNvPr id="14374" name="Rectangle 32"/>
          <p:cNvSpPr>
            <a:spLocks noChangeArrowheads="1"/>
          </p:cNvSpPr>
          <p:nvPr/>
        </p:nvSpPr>
        <p:spPr bwMode="auto">
          <a:xfrm>
            <a:off x="6442075" y="3127375"/>
            <a:ext cx="273050" cy="9842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470</a:t>
            </a:r>
          </a:p>
        </p:txBody>
      </p:sp>
      <p:sp>
        <p:nvSpPr>
          <p:cNvPr id="14375" name="Rectangle 9"/>
          <p:cNvSpPr>
            <a:spLocks noChangeArrowheads="1"/>
          </p:cNvSpPr>
          <p:nvPr/>
        </p:nvSpPr>
        <p:spPr bwMode="auto">
          <a:xfrm>
            <a:off x="6572250" y="1309688"/>
            <a:ext cx="287338" cy="2873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ACT</a:t>
            </a:r>
          </a:p>
          <a:p>
            <a:pPr algn="ctr"/>
            <a:r>
              <a:rPr lang="en-US" altLang="ja-JP" sz="800"/>
              <a:t>14</a:t>
            </a:r>
          </a:p>
        </p:txBody>
      </p:sp>
      <p:sp>
        <p:nvSpPr>
          <p:cNvPr id="14376" name="Rectangle 9"/>
          <p:cNvSpPr>
            <a:spLocks noChangeArrowheads="1"/>
          </p:cNvSpPr>
          <p:nvPr/>
        </p:nvSpPr>
        <p:spPr bwMode="auto">
          <a:xfrm>
            <a:off x="5772150" y="1300163"/>
            <a:ext cx="287338" cy="2873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LCX</a:t>
            </a:r>
          </a:p>
          <a:p>
            <a:pPr algn="ctr"/>
            <a:r>
              <a:rPr lang="en-US" altLang="ja-JP" sz="800"/>
              <a:t>14</a:t>
            </a:r>
          </a:p>
        </p:txBody>
      </p:sp>
      <p:sp>
        <p:nvSpPr>
          <p:cNvPr id="14377" name="Rectangle 9"/>
          <p:cNvSpPr>
            <a:spLocks noChangeArrowheads="1"/>
          </p:cNvSpPr>
          <p:nvPr/>
        </p:nvSpPr>
        <p:spPr bwMode="auto">
          <a:xfrm>
            <a:off x="2182813" y="1528763"/>
            <a:ext cx="287337" cy="2159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800"/>
              <a:t>CH</a:t>
            </a:r>
          </a:p>
          <a:p>
            <a:pPr algn="ctr"/>
            <a:r>
              <a:rPr lang="en-US" altLang="ja-JP" sz="800"/>
              <a:t>340</a:t>
            </a:r>
          </a:p>
        </p:txBody>
      </p:sp>
      <p:grpSp>
        <p:nvGrpSpPr>
          <p:cNvPr id="14378" name="グループ化 10"/>
          <p:cNvGrpSpPr>
            <a:grpSpLocks/>
          </p:cNvGrpSpPr>
          <p:nvPr/>
        </p:nvGrpSpPr>
        <p:grpSpPr bwMode="auto">
          <a:xfrm>
            <a:off x="7135813" y="790575"/>
            <a:ext cx="96837" cy="268288"/>
            <a:chOff x="6829997" y="159544"/>
            <a:chExt cx="96838" cy="268288"/>
          </a:xfrm>
        </p:grpSpPr>
        <p:sp>
          <p:nvSpPr>
            <p:cNvPr id="14399" name="Rectangle 40"/>
            <p:cNvSpPr>
              <a:spLocks noChangeArrowheads="1"/>
            </p:cNvSpPr>
            <p:nvPr/>
          </p:nvSpPr>
          <p:spPr bwMode="auto">
            <a:xfrm rot="-5400000">
              <a:off x="6744272" y="245269"/>
              <a:ext cx="268288" cy="968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ja-JP" altLang="en-US" sz="800"/>
            </a:p>
          </p:txBody>
        </p:sp>
        <p:sp>
          <p:nvSpPr>
            <p:cNvPr id="2" name="二等辺三角形 1">
              <a:extLst>
                <a:ext uri="{FF2B5EF4-FFF2-40B4-BE49-F238E27FC236}"/>
              </a:extLst>
            </p:cNvPr>
            <p:cNvSpPr/>
            <p:nvPr/>
          </p:nvSpPr>
          <p:spPr>
            <a:xfrm>
              <a:off x="6844284" y="226219"/>
              <a:ext cx="71439" cy="134938"/>
            </a:xfrm>
            <a:prstGeom prst="triangl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dirty="0"/>
            </a:p>
          </p:txBody>
        </p:sp>
        <p:cxnSp>
          <p:nvCxnSpPr>
            <p:cNvPr id="4" name="直線コネクタ 3">
              <a:extLst>
                <a:ext uri="{FF2B5EF4-FFF2-40B4-BE49-F238E27FC236}"/>
              </a:extLst>
            </p:cNvPr>
            <p:cNvCxnSpPr>
              <a:cxnSpLocks/>
            </p:cNvCxnSpPr>
            <p:nvPr/>
          </p:nvCxnSpPr>
          <p:spPr>
            <a:xfrm>
              <a:off x="6879210" y="183357"/>
              <a:ext cx="0" cy="2190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コネクタ 5">
              <a:extLst>
                <a:ext uri="{FF2B5EF4-FFF2-40B4-BE49-F238E27FC236}"/>
              </a:extLst>
            </p:cNvPr>
            <p:cNvCxnSpPr/>
            <p:nvPr/>
          </p:nvCxnSpPr>
          <p:spPr>
            <a:xfrm>
              <a:off x="6841109" y="226219"/>
              <a:ext cx="7302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79" name="グループ化 11"/>
          <p:cNvGrpSpPr>
            <a:grpSpLocks/>
          </p:cNvGrpSpPr>
          <p:nvPr/>
        </p:nvGrpSpPr>
        <p:grpSpPr bwMode="auto">
          <a:xfrm>
            <a:off x="7332663" y="781050"/>
            <a:ext cx="96837" cy="268288"/>
            <a:chOff x="6829997" y="159544"/>
            <a:chExt cx="96838" cy="268288"/>
          </a:xfrm>
        </p:grpSpPr>
        <p:sp>
          <p:nvSpPr>
            <p:cNvPr id="14395" name="Rectangle 40"/>
            <p:cNvSpPr>
              <a:spLocks noChangeArrowheads="1"/>
            </p:cNvSpPr>
            <p:nvPr/>
          </p:nvSpPr>
          <p:spPr bwMode="auto">
            <a:xfrm rot="-5400000">
              <a:off x="6744272" y="245269"/>
              <a:ext cx="268288" cy="968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ja-JP" altLang="en-US" sz="800"/>
            </a:p>
          </p:txBody>
        </p:sp>
        <p:sp>
          <p:nvSpPr>
            <p:cNvPr id="14" name="二等辺三角形 13">
              <a:extLst>
                <a:ext uri="{FF2B5EF4-FFF2-40B4-BE49-F238E27FC236}"/>
              </a:extLst>
            </p:cNvPr>
            <p:cNvSpPr/>
            <p:nvPr/>
          </p:nvSpPr>
          <p:spPr>
            <a:xfrm>
              <a:off x="6844284" y="226219"/>
              <a:ext cx="71439" cy="134938"/>
            </a:xfrm>
            <a:prstGeom prst="triangl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dirty="0"/>
            </a:p>
          </p:txBody>
        </p:sp>
        <p:cxnSp>
          <p:nvCxnSpPr>
            <p:cNvPr id="15" name="直線コネクタ 14">
              <a:extLst>
                <a:ext uri="{FF2B5EF4-FFF2-40B4-BE49-F238E27FC236}"/>
              </a:extLst>
            </p:cNvPr>
            <p:cNvCxnSpPr>
              <a:cxnSpLocks/>
            </p:cNvCxnSpPr>
            <p:nvPr/>
          </p:nvCxnSpPr>
          <p:spPr>
            <a:xfrm>
              <a:off x="6879210" y="183357"/>
              <a:ext cx="0" cy="2190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/>
              </a:extLst>
            </p:cNvPr>
            <p:cNvCxnSpPr/>
            <p:nvPr/>
          </p:nvCxnSpPr>
          <p:spPr>
            <a:xfrm>
              <a:off x="6841109" y="226219"/>
              <a:ext cx="7302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80" name="グループ化 16"/>
          <p:cNvGrpSpPr>
            <a:grpSpLocks/>
          </p:cNvGrpSpPr>
          <p:nvPr/>
        </p:nvGrpSpPr>
        <p:grpSpPr bwMode="auto">
          <a:xfrm rot="-5400000">
            <a:off x="7148513" y="1031875"/>
            <a:ext cx="96838" cy="268287"/>
            <a:chOff x="6829997" y="159544"/>
            <a:chExt cx="96838" cy="268288"/>
          </a:xfrm>
        </p:grpSpPr>
        <p:sp>
          <p:nvSpPr>
            <p:cNvPr id="14391" name="Rectangle 40"/>
            <p:cNvSpPr>
              <a:spLocks noChangeArrowheads="1"/>
            </p:cNvSpPr>
            <p:nvPr/>
          </p:nvSpPr>
          <p:spPr bwMode="auto">
            <a:xfrm rot="-5400000">
              <a:off x="6744272" y="245269"/>
              <a:ext cx="268288" cy="968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ja-JP" altLang="en-US" sz="800"/>
            </a:p>
          </p:txBody>
        </p:sp>
        <p:sp>
          <p:nvSpPr>
            <p:cNvPr id="19" name="二等辺三角形 18">
              <a:extLst>
                <a:ext uri="{FF2B5EF4-FFF2-40B4-BE49-F238E27FC236}"/>
              </a:extLst>
            </p:cNvPr>
            <p:cNvSpPr/>
            <p:nvPr/>
          </p:nvSpPr>
          <p:spPr>
            <a:xfrm>
              <a:off x="6844285" y="226219"/>
              <a:ext cx="71437" cy="134938"/>
            </a:xfrm>
            <a:prstGeom prst="triangl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dirty="0"/>
            </a:p>
          </p:txBody>
        </p:sp>
        <p:cxnSp>
          <p:nvCxnSpPr>
            <p:cNvPr id="20" name="直線コネクタ 19">
              <a:extLst>
                <a:ext uri="{FF2B5EF4-FFF2-40B4-BE49-F238E27FC236}"/>
              </a:extLst>
            </p:cNvPr>
            <p:cNvCxnSpPr>
              <a:cxnSpLocks/>
            </p:cNvCxnSpPr>
            <p:nvPr/>
          </p:nvCxnSpPr>
          <p:spPr>
            <a:xfrm>
              <a:off x="6877622" y="183356"/>
              <a:ext cx="0" cy="2190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/>
              </a:extLst>
            </p:cNvPr>
            <p:cNvCxnSpPr/>
            <p:nvPr/>
          </p:nvCxnSpPr>
          <p:spPr>
            <a:xfrm>
              <a:off x="6839521" y="226218"/>
              <a:ext cx="730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81" name="グループ化 21"/>
          <p:cNvGrpSpPr>
            <a:grpSpLocks/>
          </p:cNvGrpSpPr>
          <p:nvPr/>
        </p:nvGrpSpPr>
        <p:grpSpPr bwMode="auto">
          <a:xfrm rot="-5400000">
            <a:off x="7460457" y="1137444"/>
            <a:ext cx="96837" cy="269875"/>
            <a:chOff x="6829997" y="159544"/>
            <a:chExt cx="96838" cy="268288"/>
          </a:xfrm>
        </p:grpSpPr>
        <p:sp>
          <p:nvSpPr>
            <p:cNvPr id="14387" name="Rectangle 40"/>
            <p:cNvSpPr>
              <a:spLocks noChangeArrowheads="1"/>
            </p:cNvSpPr>
            <p:nvPr/>
          </p:nvSpPr>
          <p:spPr bwMode="auto">
            <a:xfrm rot="-5400000">
              <a:off x="6744272" y="245269"/>
              <a:ext cx="268288" cy="968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ja-JP" altLang="en-US" sz="800"/>
            </a:p>
          </p:txBody>
        </p:sp>
        <p:sp>
          <p:nvSpPr>
            <p:cNvPr id="24" name="二等辺三角形 23">
              <a:extLst>
                <a:ext uri="{FF2B5EF4-FFF2-40B4-BE49-F238E27FC236}"/>
              </a:extLst>
            </p:cNvPr>
            <p:cNvSpPr/>
            <p:nvPr/>
          </p:nvSpPr>
          <p:spPr>
            <a:xfrm>
              <a:off x="6844285" y="225827"/>
              <a:ext cx="71439" cy="135722"/>
            </a:xfrm>
            <a:prstGeom prst="triangl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dirty="0"/>
            </a:p>
          </p:txBody>
        </p:sp>
        <p:cxnSp>
          <p:nvCxnSpPr>
            <p:cNvPr id="25" name="直線コネクタ 24">
              <a:extLst>
                <a:ext uri="{FF2B5EF4-FFF2-40B4-BE49-F238E27FC236}"/>
              </a:extLst>
            </p:cNvPr>
            <p:cNvCxnSpPr>
              <a:cxnSpLocks/>
            </p:cNvCxnSpPr>
            <p:nvPr/>
          </p:nvCxnSpPr>
          <p:spPr>
            <a:xfrm>
              <a:off x="6877623" y="183216"/>
              <a:ext cx="0" cy="2193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/>
              </a:extLst>
            </p:cNvPr>
            <p:cNvCxnSpPr/>
            <p:nvPr/>
          </p:nvCxnSpPr>
          <p:spPr>
            <a:xfrm>
              <a:off x="6839522" y="225826"/>
              <a:ext cx="7302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82" name="グループ化 26"/>
          <p:cNvGrpSpPr>
            <a:grpSpLocks/>
          </p:cNvGrpSpPr>
          <p:nvPr/>
        </p:nvGrpSpPr>
        <p:grpSpPr bwMode="auto">
          <a:xfrm rot="-5400000">
            <a:off x="6514307" y="3302794"/>
            <a:ext cx="96837" cy="269875"/>
            <a:chOff x="6829997" y="159544"/>
            <a:chExt cx="96838" cy="268288"/>
          </a:xfrm>
        </p:grpSpPr>
        <p:sp>
          <p:nvSpPr>
            <p:cNvPr id="14383" name="Rectangle 40"/>
            <p:cNvSpPr>
              <a:spLocks noChangeArrowheads="1"/>
            </p:cNvSpPr>
            <p:nvPr/>
          </p:nvSpPr>
          <p:spPr bwMode="auto">
            <a:xfrm rot="-5400000">
              <a:off x="6744272" y="245269"/>
              <a:ext cx="268288" cy="968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ja-JP" altLang="en-US" sz="800"/>
            </a:p>
          </p:txBody>
        </p:sp>
        <p:sp>
          <p:nvSpPr>
            <p:cNvPr id="29" name="二等辺三角形 28">
              <a:extLst>
                <a:ext uri="{FF2B5EF4-FFF2-40B4-BE49-F238E27FC236}"/>
              </a:extLst>
            </p:cNvPr>
            <p:cNvSpPr/>
            <p:nvPr/>
          </p:nvSpPr>
          <p:spPr>
            <a:xfrm>
              <a:off x="6844285" y="225827"/>
              <a:ext cx="71439" cy="135722"/>
            </a:xfrm>
            <a:prstGeom prst="triangl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dirty="0"/>
            </a:p>
          </p:txBody>
        </p:sp>
        <p:cxnSp>
          <p:nvCxnSpPr>
            <p:cNvPr id="30" name="直線コネクタ 29">
              <a:extLst>
                <a:ext uri="{FF2B5EF4-FFF2-40B4-BE49-F238E27FC236}"/>
              </a:extLst>
            </p:cNvPr>
            <p:cNvCxnSpPr>
              <a:cxnSpLocks/>
            </p:cNvCxnSpPr>
            <p:nvPr/>
          </p:nvCxnSpPr>
          <p:spPr>
            <a:xfrm>
              <a:off x="6877623" y="183216"/>
              <a:ext cx="0" cy="2193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/>
              </a:extLst>
            </p:cNvPr>
            <p:cNvCxnSpPr/>
            <p:nvPr/>
          </p:nvCxnSpPr>
          <p:spPr>
            <a:xfrm>
              <a:off x="6839522" y="225826"/>
              <a:ext cx="7302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</TotalTime>
  <Words>86</Words>
  <Application>Microsoft Office PowerPoint</Application>
  <PresentationFormat>画面に合わせる (4:3)</PresentationFormat>
  <Paragraphs>70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デザイン テンプレート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Arial</vt:lpstr>
      <vt:lpstr>ＭＳ Ｐゴシック</vt:lpstr>
      <vt:lpstr>Calibri</vt:lpstr>
      <vt:lpstr>標準デザイン</vt:lpstr>
      <vt:lpstr>スライド 1</vt:lpstr>
      <vt:lpstr>スライド 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momose</dc:creator>
  <cp:lastModifiedBy>momose</cp:lastModifiedBy>
  <cp:revision>18</cp:revision>
  <dcterms:created xsi:type="dcterms:W3CDTF">2025-05-24T08:27:00Z</dcterms:created>
  <dcterms:modified xsi:type="dcterms:W3CDTF">2026-04-01T12:38:26Z</dcterms:modified>
</cp:coreProperties>
</file>